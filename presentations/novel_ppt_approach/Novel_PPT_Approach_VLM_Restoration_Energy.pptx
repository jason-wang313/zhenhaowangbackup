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只用 FLUX：恢复、判断、继续修正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用户最新决定：不是把旧 CNN 换个名字；这是重新设计的实验。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6949440" cy="32461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唯一可训练图像主干：预训练 FLUX.2 Klein 4B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658368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用 FLUX 内部图像特征产生 energy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用 FLUX 内部 LoRA 学习判断和修正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直接训练修正后的真实图像质量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26680" y="1783080"/>
            <a:ext cx="3886200" cy="32461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909560" y="190195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A32929"/>
                </a:solidFill>
                <a:latin typeface="Microsoft YaHei"/>
                <a:ea typeface="Microsoft YaHei"/>
              </a:rPr>
              <a:t>明确禁止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909560" y="2514600"/>
            <a:ext cx="352044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172A45"/>
                </a:solidFill>
                <a:latin typeface="Microsoft YaHei"/>
                <a:ea typeface="Microsoft YaHei"/>
              </a:rPr>
              <a:t>外挂 CNN energy / scorer</a:t>
            </a:r>
          </a:p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172A45"/>
                </a:solidFill>
                <a:latin typeface="Microsoft YaHei"/>
                <a:ea typeface="Microsoft YaHei"/>
              </a:rPr>
              <a:t>SpatialConditionalEnergy</a:t>
            </a:r>
          </a:p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172A45"/>
                </a:solidFill>
                <a:latin typeface="Microsoft YaHei"/>
                <a:ea typeface="Microsoft YaHei"/>
              </a:rPr>
              <a:t>TailQualityEnergy</a:t>
            </a:r>
          </a:p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172A45"/>
                </a:solidFill>
                <a:latin typeface="Microsoft YaHei"/>
                <a:ea typeface="Microsoft YaHei"/>
              </a:rPr>
              <a:t>Restormer、像素 refiner及其蒸馏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58368" y="5257800"/>
            <a:ext cx="10881360" cy="7955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526174"/>
                </a:solidFill>
                <a:latin typeface="Microsoft YaHei"/>
                <a:ea typeface="Microsoft YaHei"/>
              </a:rPr>
              <a:t>边界：原生冻结 VAE 与固定 LPIPS 保留；不是额外恢复器。</a:t>
            </a:r>
          </a:p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526174"/>
                </a:solidFill>
                <a:latin typeface="Microsoft YaHei"/>
                <a:ea typeface="Microsoft YaHei"/>
              </a:rPr>
              <a:t>本版不是原导师确认版本；旧 PPT 在 Git 历史完整保留。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第一原则：要学会有用的修正，而不只是打分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旧结果支持继续研究，但不能推出‘FLUX 更大，所以一定容易成功’。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33756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已经有的证据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旧 CNN：8 个训练来源检查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PSNR：+1.06034 dB，已过单项门槛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LPIPS：只降 2.49%，目标 9.93%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3 / 8 张图 LPIPS 变差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33756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有依据的两项改变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表示：复用 FLUX 预训练图像特征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目标：直接监督实际修后的图像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保留已验证的 FLUX 尾段修正位置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不重训 4B，不再从零训练小 CNN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358384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526174"/>
                </a:solidFill>
                <a:latin typeface="Microsoft YaHei"/>
                <a:ea typeface="Microsoft YaHei"/>
              </a:rPr>
              <a:t>还没解决：LPIPS 的有效方向、未见来源泛化、二阶反传成本。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526174"/>
                </a:solidFill>
                <a:latin typeface="Microsoft YaHei"/>
                <a:ea typeface="Microsoft YaHei"/>
              </a:rPr>
              <a:t>旧 GT 多轮成功，不等于当前单步 energy 已经成功。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架构：同一个 FLUX 底座，两种前向模式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生成能力不被悄悄换掉；新增学习发生在 FLUX Transformer 内部。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33756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生成模式 G：固定的比较基线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预训练 FLUX + 原 Noise LoRA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权重全部冻结，保持原50步流程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新增 energy LoRA 关闭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生成初始图与最终尾段恢复图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33756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energy 模式 E：本次训练对象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共享 FLUX 底座 + energy LoRA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图像 tokens → 线性读出 → energy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VLM等级 → 线性投影 → 条件token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没有第二个 CNN 或独立恢复主干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376672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526174"/>
                </a:solidFill>
                <a:latin typeface="Microsoft YaHei"/>
                <a:ea typeface="Microsoft YaHei"/>
              </a:rPr>
              <a:t>只训练：energy LoRA + 条件投影 + 线性读出。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526174"/>
                </a:solidFill>
                <a:latin typeface="Microsoft YaHei"/>
                <a:ea typeface="Microsoft YaHei"/>
              </a:rPr>
              <a:t>原生成 LoRA 不更新；不能在反传图中原地切换或覆盖权重。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Energy 具体看什么？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输入仍是这张图的信息；不在推理时偷看 GT，也不把数据集类别当 VLM 判断。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送入 FLUX energy 模式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当前候选 latent + 真实时间 t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原 degraded image reference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固定初步恢复图 reference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逐图 VLM 五个退化等级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从 FLUX 内部读出判断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Transformer 处理候选与条件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读取 final_layer 前的图像 tokens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每个 token 线性读出局部分数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最终汇总为同一个标量 energy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477256"/>
            <a:ext cx="107899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526174"/>
                </a:solidFill>
                <a:latin typeface="Microsoft YaHei"/>
                <a:ea typeface="Microsoft YaHei"/>
              </a:rPr>
              <a:t>五等级投影 ≠ 已接入原始 VLM hidden tokens；小集合条件变化不足，不能先宣称 VLM 有效。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Energy 梯度直接引导 FLUX 尾段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从同一个第48步状态开始，真正比较 0 / 1 / 2 / 3 次修正。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2011680"/>
            <a:ext cx="2514600" cy="155448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2130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状态 z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7432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172A45"/>
                </a:solidFill>
                <a:latin typeface="Microsoft YaHei"/>
                <a:ea typeface="Microsoft YaHei"/>
              </a:rPr>
              <a:t>保存的第48步 latent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081528" y="2487168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2300" b="0">
                <a:solidFill>
                  <a:srgbClr val="185AB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3364992" y="2011680"/>
            <a:ext cx="2514600" cy="155448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3547872" y="2130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FLUX energy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547872" y="27432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172A45"/>
                </a:solidFill>
                <a:latin typeface="Microsoft YaHei"/>
                <a:ea typeface="Microsoft YaHei"/>
              </a:rPr>
              <a:t>判断 + 对 latent 求梯度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897880" y="2487168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2300" b="0">
                <a:solidFill>
                  <a:srgbClr val="185AB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181344" y="2011680"/>
            <a:ext cx="2514600" cy="155448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364224" y="2130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修正状态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364224" y="27432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172A45"/>
                </a:solidFill>
                <a:latin typeface="Microsoft YaHei"/>
                <a:ea typeface="Microsoft YaHei"/>
              </a:rPr>
              <a:t>沿 energy 下降方向更新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714232" y="2487168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2300" b="0">
                <a:solidFill>
                  <a:srgbClr val="185ABD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8997696" y="2011680"/>
            <a:ext cx="2514600" cy="155448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9180576" y="2130552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FLUX 尾两步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80576" y="27432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172A45"/>
                </a:solidFill>
                <a:latin typeface="Microsoft YaHei"/>
                <a:ea typeface="Microsoft YaHei"/>
              </a:rPr>
              <a:t>生成实际恢复图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777240" y="388620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z_next = z − η × normalized_gradient(E)</a:t>
            </a:r>
          </a:p>
          <a:p>
            <a:pPr algn="ctr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每次重新判断，再走同一冻结尾段；不是在 RGB 上加一个修复网络。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713232" y="5029200"/>
            <a:ext cx="10789920" cy="10241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526174"/>
                </a:solidFill>
                <a:latin typeface="Microsoft YaHei"/>
                <a:ea typeface="Microsoft YaHei"/>
              </a:rPr>
              <a:t>步长与幅度规则在训练侧冻结；不看检查图 GT 选幅度。</a:t>
            </a:r>
          </a:p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526174"/>
                </a:solidFill>
                <a:latin typeface="Microsoft YaHei"/>
                <a:ea typeface="Microsoft YaHei"/>
              </a:rPr>
              <a:t>不沿用 25 候选搜索；真实报告前向、反传、解码及总耗时。</a:t>
            </a:r>
          </a:p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526174"/>
                </a:solidFill>
                <a:latin typeface="Microsoft YaHei"/>
                <a:ea typeface="Microsoft YaHei"/>
              </a:rPr>
              <a:t>最终同时报告固定3步结果与energy自选结果，分别检验修正和自验证。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直接训练‘修完以后更好’，不是只训练分数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完整展开三步；训练梯度必须回到 FLUX 的 energy LoRA。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694944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主目标：动作排序 + 每一步实际图像损失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65836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MSE：减少像素误差，对齐 PSNR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LPIPS：保留细节与感知质量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变差惩罚：分别惩罚两个指标退步</a:t>
            </a:r>
          </a:p>
          <a:p>
            <a:pPr algn="l">
              <a:spcAft>
                <a:spcPts val="800"/>
              </a:spcAft>
            </a:pPr>
            <a:r>
              <a:rPr lang="zh-CN" sz="2300" b="0">
                <a:solidFill>
                  <a:srgbClr val="172A45"/>
                </a:solidFill>
                <a:latin typeface="Microsoft YaHei"/>
                <a:ea typeface="Microsoft YaHei"/>
              </a:rPr>
              <a:t>真实修后损失 → energy 梯度 → energy LoRA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26680" y="1783080"/>
            <a:ext cx="388620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909560" y="190195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A32929"/>
                </a:solidFill>
                <a:latin typeface="Microsoft YaHei"/>
                <a:ea typeface="Microsoft YaHei"/>
              </a:rPr>
              <a:t>不能再省略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909560" y="2514600"/>
            <a:ext cx="352044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不能只拟合评分缓存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不能 detach 修正方向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不能用1步代替3步验收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软惩罚不保证推理无伤害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468112"/>
            <a:ext cx="1078992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526174"/>
                </a:solidFill>
                <a:latin typeface="Microsoft YaHei"/>
                <a:ea typeface="Microsoft YaHei"/>
              </a:rPr>
              <a:t>训练用连续图像损失；评测严格保留双 uint8。</a:t>
            </a:r>
          </a:p>
          <a:p>
            <a:pPr algn="l">
              <a:spcAft>
                <a:spcPts val="800"/>
              </a:spcAft>
            </a:pPr>
            <a:r>
              <a:rPr lang="zh-CN" sz="1800" b="0">
                <a:solidFill>
                  <a:srgbClr val="526174"/>
                </a:solidFill>
                <a:latin typeface="Microsoft YaHei"/>
                <a:ea typeface="Microsoft YaHei"/>
              </a:rPr>
              <a:t>原 PPT 的 L1 在本版明确改为 MSE 以对齐 PSNR，不再暗换目标。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恢复动作对比：全部来自 FLUX 或明确构造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不再把同一残差上的几个幅度，说成完整动作对比。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42900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同一输入，比较不同恢复行为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正确 / 更优的 FLUX 恢复候选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真实错误 FLUX 专家输出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未恢复、欠恢复、过恢复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重复 FLUX 恢复、细节损坏反例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42900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终态与中间状态不能混淆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100" b="0">
                <a:solidFill>
                  <a:srgbClr val="172A45"/>
                </a:solidFill>
                <a:latin typeface="Microsoft YaHei"/>
                <a:ea typeface="Microsoft YaHei"/>
              </a:rPr>
              <a:t>最终图：VAE 编码，以 t=0 排序</a:t>
            </a:r>
          </a:p>
          <a:p>
            <a:pPr algn="l">
              <a:spcAft>
                <a:spcPts val="800"/>
              </a:spcAft>
            </a:pPr>
            <a:r>
              <a:rPr lang="zh-CN" sz="2100" b="0">
                <a:solidFill>
                  <a:srgbClr val="172A45"/>
                </a:solidFill>
                <a:latin typeface="Microsoft YaHei"/>
                <a:ea typeface="Microsoft YaHei"/>
              </a:rPr>
              <a:t>尾段状态：真实 t48 + 尾段图像标签</a:t>
            </a:r>
          </a:p>
          <a:p>
            <a:pPr algn="l">
              <a:spcAft>
                <a:spcPts val="800"/>
              </a:spcAft>
            </a:pPr>
            <a:r>
              <a:rPr lang="zh-CN" sz="2100" b="0">
                <a:solidFill>
                  <a:srgbClr val="172A45"/>
                </a:solidFill>
                <a:latin typeface="Microsoft YaHei"/>
                <a:ea typeface="Microsoft YaHei"/>
              </a:rPr>
              <a:t>两指标都明确更好的候选优先排序</a:t>
            </a:r>
          </a:p>
          <a:p>
            <a:pPr algn="l">
              <a:spcAft>
                <a:spcPts val="800"/>
              </a:spcAft>
            </a:pPr>
            <a:r>
              <a:rPr lang="zh-CN" sz="2100" b="0">
                <a:solidFill>
                  <a:srgbClr val="172A45"/>
                </a:solidFill>
                <a:latin typeface="Microsoft YaHei"/>
                <a:ea typeface="Microsoft YaHei"/>
              </a:rPr>
              <a:t>GT 仅用于训练与离线评价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458968"/>
            <a:ext cx="107899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A32929"/>
                </a:solidFill>
                <a:latin typeface="Microsoft YaHei"/>
                <a:ea typeface="Microsoft YaHei"/>
              </a:rPr>
              <a:t>禁止 Restormer/CNN 候选、蒸馏或旧 CNN 权重初始化。</a:t>
            </a:r>
          </a:p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A32929"/>
                </a:solidFill>
                <a:latin typeface="Microsoft YaHei"/>
                <a:ea typeface="Microsoft YaHei"/>
              </a:rPr>
              <a:t>不把最终图的 VAE latent 冒充第48步生成状态。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重做顺序：可训练 → 能拟合 → 能泛化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小集合不是正式数据规模，也不是用来证明论文成功。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783080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1">
                <a:solidFill>
                  <a:srgbClr val="185ABD"/>
                </a:solidFill>
                <a:latin typeface="Microsoft YaHei"/>
                <a:ea typeface="Microsoft YaHei"/>
              </a:rPr>
              <a:t>① 实现 / 工程资格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657600" y="1783080"/>
            <a:ext cx="76809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核对模型白名单、全3步二阶梯度、512裁图、显存与恢复；建议25步。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2770632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1">
                <a:solidFill>
                  <a:srgbClr val="185ABD"/>
                </a:solidFill>
                <a:latin typeface="Microsoft YaHei"/>
                <a:ea typeface="Microsoft YaHei"/>
              </a:rPr>
              <a:t>② 独立200步拟合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657600" y="2770632"/>
            <a:ext cx="76809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原24个训练来源；25/50/100/200检查0/1/2/3次修正，不复用资格权重。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85800" y="3758184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1">
                <a:solidFill>
                  <a:srgbClr val="185ABD"/>
                </a:solidFill>
                <a:latin typeface="Microsoft YaHei"/>
                <a:ea typeface="Microsoft YaHei"/>
              </a:rPr>
              <a:t>③ 扩合规数据训练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657600" y="3758184"/>
            <a:ext cx="76809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有稳定双指标信号后，扩Noise训练池；冻结来源隔离的开发协议。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4745736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1">
                <a:solidFill>
                  <a:srgbClr val="185ABD"/>
                </a:solidFill>
                <a:latin typeface="Microsoft YaHei"/>
                <a:ea typeface="Microsoft YaHei"/>
              </a:rPr>
              <a:t>④ 未见来源 / 扩类型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657600" y="4745736"/>
            <a:ext cx="76809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Noise泛化通过后再到Haze及其他退化，不同时恢复MoE等旧分支。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85800" y="583387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每个完整step保存模型、优化器、随机状态和采样位置；真实resume，不仅加载权重。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标准不变：收益必须属于 energy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所有比较使用同环境、同来源、同裁图、同量化与原 FLUX 部署基线。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52044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最终联合门槛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PSNR：相对原 FLUX 至少 +0.30 dB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LPIPS：相对下降至少 9.9281%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最终必须在未参与训练/选参的来源成立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报告单图受损率，不只报告平均数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52044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必须能区分的贡献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原 FLUX vs. energy 1/2/3步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固定3步 vs. energy自选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同计算预算、无energy的额外FLUX采样</a:t>
            </a:r>
          </a:p>
          <a:p>
            <a:pPr algn="l">
              <a:spcAft>
                <a:spcPts val="800"/>
              </a:spcAft>
            </a:pPr>
            <a:r>
              <a:rPr lang="zh-CN" sz="2000" b="0">
                <a:solidFill>
                  <a:srgbClr val="172A45"/>
                </a:solidFill>
                <a:latin typeface="Microsoft YaHei"/>
                <a:ea typeface="Microsoft YaHei"/>
              </a:rPr>
              <a:t>主方法有效后：去VLM / 排序 / 修后损失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48640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700" b="0">
                <a:solidFill>
                  <a:srgbClr val="526174"/>
                </a:solidFill>
                <a:latin typeface="Microsoft YaHei"/>
                <a:ea typeface="Microsoft YaHei"/>
              </a:rPr>
              <a:t>原基线含 70% 输入 + 30% FLUX 的固定混合，不是 Restormer；不能换弱基线。</a:t>
            </a:r>
          </a:p>
          <a:p>
            <a:pPr algn="l">
              <a:spcAft>
                <a:spcPts val="800"/>
              </a:spcAft>
            </a:pPr>
            <a:r>
              <a:rPr lang="zh-CN" sz="1700" b="0">
                <a:solidFill>
                  <a:srgbClr val="526174"/>
                </a:solidFill>
                <a:latin typeface="Microsoft YaHei"/>
                <a:ea typeface="Microsoft YaHei"/>
              </a:rPr>
              <a:t>禁止 official / sealed / internal / parent-test 像素训练、调参或选 checkpoint。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900" b="1">
                <a:solidFill>
                  <a:srgbClr val="172A45"/>
                </a:solidFill>
                <a:latin typeface="Microsoft YaHei"/>
                <a:ea typeface="Microsoft YaHei"/>
              </a:rPr>
              <a:t>什么已确定，什么还没有？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21208" y="94183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600" b="0">
                <a:solidFill>
                  <a:srgbClr val="526174"/>
                </a:solidFill>
                <a:latin typeface="Microsoft YaHei"/>
                <a:ea typeface="Microsoft YaHei"/>
              </a:rPr>
              <a:t>本版是明确的重做计划，不是对成功率、成本或创新性的保证。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48640" y="1517904"/>
            <a:ext cx="11064240" cy="32004"/>
          </a:xfrm>
          <a:prstGeom prst="rect">
            <a:avLst/>
          </a:prstGeom>
          <a:solidFill>
            <a:srgbClr val="185ABD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48640" y="6446520"/>
            <a:ext cx="10424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000" b="0">
                <a:solidFill>
                  <a:srgbClr val="526174"/>
                </a:solidFill>
                <a:latin typeface="Microsoft YaHei"/>
                <a:ea typeface="Microsoft YaHei"/>
              </a:rPr>
              <a:t>2026-10-31 修订草案｜仅 FLUX 可训练主干｜代码已实现，CPU通过；GPU尚未验收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ctr">
              <a:spcAft>
                <a:spcPts val="800"/>
              </a:spcAft>
            </a:pPr>
            <a:r>
              <a:rPr lang="zh-CN" sz="1200" b="0">
                <a:solidFill>
                  <a:srgbClr val="526174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48640" y="1783080"/>
            <a:ext cx="539496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31520" y="190195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185ABD"/>
                </a:solidFill>
                <a:latin typeface="Microsoft YaHei"/>
                <a:ea typeface="Microsoft YaHei"/>
              </a:rPr>
              <a:t>已确定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31520" y="2514600"/>
            <a:ext cx="502920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只用预训练 FLUX 可训练主干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不再用外挂 CNN 或 Restormer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保留原恢复能力、基线和评价口径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直接训练修后质量，不重复旧诊断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172200" y="1783080"/>
            <a:ext cx="5440680" cy="3474720"/>
          </a:xfrm>
          <a:prstGeom prst="roundRect">
            <a:avLst/>
          </a:prstGeom>
          <a:solidFill>
            <a:srgbClr val="F1F5FA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6355080" y="190195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300" b="1">
                <a:solidFill>
                  <a:srgbClr val="087E8B"/>
                </a:solidFill>
                <a:latin typeface="Microsoft YaHei"/>
                <a:ea typeface="Microsoft YaHei"/>
              </a:rPr>
              <a:t>仍需实测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355080" y="2514600"/>
            <a:ext cx="507492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完整3步二阶反传能否装下显存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FLUX energy 能否学会 LPIPS 方向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更大数据与新来源能否保留收益</a:t>
            </a:r>
          </a:p>
          <a:p>
            <a:pPr algn="l">
              <a:spcAft>
                <a:spcPts val="800"/>
              </a:spcAft>
            </a:pPr>
            <a:r>
              <a:rPr lang="zh-CN" sz="2200" b="0">
                <a:solidFill>
                  <a:srgbClr val="172A45"/>
                </a:solidFill>
                <a:latin typeface="Microsoft YaHei"/>
                <a:ea typeface="Microsoft YaHei"/>
              </a:rPr>
              <a:t>速度 / GPU-hours / VLM实际贡献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5468112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rIns="36576" tIns="27432" bIns="27432"/>
          <a:lstStyle/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A32929"/>
                </a:solidFill>
                <a:latin typeface="Microsoft YaHei"/>
                <a:ea typeface="Microsoft YaHei"/>
              </a:rPr>
              <a:t>状态：FLUX-only 25步入口已实现，16项CPU测试通过，未启动 GPU。</a:t>
            </a:r>
          </a:p>
          <a:p>
            <a:pPr algn="l">
              <a:spcAft>
                <a:spcPts val="800"/>
              </a:spcAft>
            </a:pPr>
            <a:r>
              <a:rPr lang="zh-CN" sz="1900" b="0">
                <a:solidFill>
                  <a:srgbClr val="A32929"/>
                </a:solidFill>
                <a:latin typeface="Microsoft YaHei"/>
                <a:ea typeface="Microsoft YaHei"/>
              </a:rPr>
              <a:t>默认3节点×2张H100/H200；512图、三次更新、全局batch8。GPU性能待实测。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